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473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State, Loops &amp; Advanced Patterns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Automate, and Collaborate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local vs. remote state backends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S3 backend with state locking via DynamoDB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meta-argument to create multiple resources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meta-argument for dynamic resource creation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lifecycle rules, conditionals, and advanced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vs. Remote State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terraform.tfstate in current directory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start, works for solo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team-friendly (can't share)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state file lost if laptop 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locking: concurrent applies conflict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learning, personal projects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State (Recommended)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S3, Terraform Cloud,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collaboration enabled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 and backups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 prevents conflicts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 and in transit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production, teams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Backend Configuration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471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backend.tf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        = "my-terraform-state"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        = "prod/terraform.tfstate"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   = "us-east-1"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encrypt        = true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dynamodb_table = "terraform-locks"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Initialization: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init</a:t>
            </a:r>
            <a:endParaRPr lang="en-US" sz="13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3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Terraform prompts to migrate from local to S3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Locking: Prevent Conflicts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ensures only one terraform apply at a time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locking: Two devs run terraform apply simultaneously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read state, both apply changes, one overwrites the other (lost updates)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DynamoDB locking: First apply locks state, second waits, first unlocks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Prevents: race conditions, corrupted state, lost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Dev A deploys EC2, Dev B deploys RDS at same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lock: could corrupt both resources. With lock: sequential, safe.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240000"/>
            <a:ext cx="8229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S3 State Locking (Terraform 1.11+)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457200" y="820000"/>
            <a:ext cx="82296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the state file with S3 alone - DynamoDB no longer required</a:t>
            </a:r>
            <a:endParaRPr lang="en-US" sz="1300" dirty="0"/>
          </a:p>
        </p:txBody>
      </p:sp>
      <p:sp>
        <p:nvSpPr>
          <p:cNvPr id="4" name="CodeCard"/>
          <p:cNvSpPr/>
          <p:nvPr/>
        </p:nvSpPr>
        <p:spPr>
          <a:xfrm>
            <a:off x="457200" y="1180000"/>
            <a:ext cx="3880000" cy="3800000"/>
          </a:xfrm>
          <a:prstGeom prst="rect">
            <a:avLst/>
          </a:prstGeom>
          <a:solidFill>
            <a:srgbClr val="1B2559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CodeHdr"/>
          <p:cNvSpPr/>
          <p:nvPr/>
        </p:nvSpPr>
        <p:spPr>
          <a:xfrm>
            <a:off x="457200" y="1180000"/>
            <a:ext cx="3880000" cy="3600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backend.tf</a:t>
            </a:r>
          </a:p>
        </p:txBody>
      </p:sp>
      <p:sp>
        <p:nvSpPr>
          <p:cNvPr id="6" name="CodeText"/>
          <p:cNvSpPr/>
          <p:nvPr/>
        </p:nvSpPr>
        <p:spPr>
          <a:xfrm>
            <a:off x="600000" y="1620000"/>
            <a:ext cx="360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"s3" {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bucket = "tf-state-prod"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    = "envs/prod/state.tfstate"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= "us-east-1"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endParaRPr lang="en-US" sz="950" dirty="0">
              <a:solidFill>
                <a:srgbClr val="00D4AA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Native S3 lock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7A8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(Terraform 1.11+)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use_lockfile = true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</a:p>
          <a:p>
            <a:pPr marL="0" indent="0">
              <a:spcBef>
                <a:spcPts val="80"/>
              </a:spcBef>
              <a:spcAft>
                <a:spcPts val="80"/>
              </a:spcAft>
              <a:buNone/>
            </a:pPr>
            <a:r>
              <a:rPr lang="en-US" sz="9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</p:txBody>
      </p:sp>
      <p:sp>
        <p:nvSpPr>
          <p:cNvPr id="7" name="InfoCard"/>
          <p:cNvSpPr/>
          <p:nvPr/>
        </p:nvSpPr>
        <p:spPr>
          <a:xfrm>
            <a:off x="4420000" y="1180000"/>
            <a:ext cx="4280000" cy="3800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InfoHdr"/>
          <p:cNvSpPr/>
          <p:nvPr/>
        </p:nvSpPr>
        <p:spPr>
          <a:xfrm>
            <a:off x="4420000" y="1180000"/>
            <a:ext cx="4280000" cy="360000"/>
          </a:xfrm>
          <a:prstGeom prst="rect">
            <a:avLst/>
          </a:prstGeom>
          <a:solidFill>
            <a:srgbClr val="326C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</a:p>
        </p:txBody>
      </p:sp>
      <p:sp>
        <p:nvSpPr>
          <p:cNvPr id="9" name="InfoText"/>
          <p:cNvSpPr/>
          <p:nvPr/>
        </p:nvSpPr>
        <p:spPr>
          <a:xfrm>
            <a:off x="4600000" y="1620000"/>
            <a:ext cx="3920000" cy="3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enforces the lock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creates a sibling .tflock object next to your state file.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via conditional writes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If-None-Match guarantees only one writer succeeds.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DynamoDB needed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table to provision, no IAM for it, no cost.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in one line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use_lockfile = true, then terraform init -reconfigure.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path - </a:t>
            </a: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dynamodb_table alongside use_lockfile during cutover, then drop the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Count: Create Multiple Resources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090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"instance_count"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3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= var.instance_count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ami           = "ami-123456"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"t2.micro"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"web-${count.index}" 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3 instances: web-0, web-1, web-2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aws_instance.web[0].id, aws_instance.web[1].id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"instance_ids" {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aws_instance.web[*].id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[i-123, i-456, i-789]</a:t>
            </a:r>
            <a:endParaRPr lang="en-US" sz="10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for_each: Dynamic Resource Creation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400050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87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"buckets"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set(string)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["logs", "data", "backups"]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"aws_s3_bucket" "main"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for_each = var.buckets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   = "my-app-${each.value}"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tags = { Name = each.value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Creates: my-app-logs, my-app-data, my-app-backups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Access: aws_s3_bucket.main["logs"].id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"bucket_ids"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{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k, v in aws_s3_bucket.main : k =&gt; v.id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vs. for_each: When to Use Each?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tools for different jobs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count when...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 similar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is known (count = 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3 EC2 instances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Simpler for loops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for_each when...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named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change (add/remove bucket)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multiple S3 buckets by name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Safer: resources keyed by name, not index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Conditionals: Environment-Specific Resources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928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83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"environment" { default = "dev" 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"aws_instance" "web"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instance_type = var.environment == "prod" ? "t2.large" : "t2.micro"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>
              <a:solidFill>
                <a:srgbClr val="00D4AA"/>
              </a:solidFill>
              <a:latin typeface="Consolas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"web" {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var.environment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"prod” &amp;&amp;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var.create_instance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“true” ? "t2.large" : "t2.micro"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600" dirty="0">
              <a:solidFill>
                <a:srgbClr val="00D4AA"/>
              </a:solidFill>
              <a:latin typeface="Consolas" pitchFamily="34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instance type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"web" {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instance_type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var.environment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"prod” || </a:t>
            </a:r>
            <a:r>
              <a:rPr lang="en-US" sz="600" dirty="0" err="1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var.create_instance</a:t>
            </a: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“true” ? "t2.large" : "t2.micro"</a:t>
            </a:r>
            <a:endParaRPr lang="en-US" sz="6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Conditional resource creation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"aws_rds_cluster" "db"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                = var.environment == "prod" ? 1 : 0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engine               = "aurora"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backup_retention_days = 30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 conditional on environment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"db_endpoint" {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= var.environment == "prod" ? aws_rds_cluster.db[0].endpoint : null</a:t>
            </a:r>
            <a:endParaRPr lang="en-US" sz="6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Blocks: Generate Nested Blocks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95478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726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"ingress_rules"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 = list(object({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from_port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to_port   = number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protocol  = string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}))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= [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80, to_port = 80, protocol = "tcp" },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from_port = 443, to_port = 443, protocol = "tcp"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"aws_security_group" "web"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dynamic "ingress"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for_each = var.ingress_rules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{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from_port   = ingress.value.from_port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to_port     = ingress.value.to_port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protocol    = ingress.value.protocol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cidr_blocks = ["0.0.0.0/0"]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import: Adopt Existing Resources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6690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8669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aws_instance.web i-1234567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8669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EC2 instance to state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0581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3058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import aws_s3_bucket.data my-bucket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230581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S3 bucket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472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472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list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74472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managed resources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8363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1836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state show aws_instance.web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18363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resource details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Best Practices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to success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terraform plan before apply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state remotely (S3 + DynamoDB locking)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version control (git) for configuration files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terraform.tfstate to .gitignore (never commit!)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modules to eliminate code duplication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all resources for cost tracking and governance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workspace or separate directories per environment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code review (PRs) before changes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with CI/CD (Terraform Cloud, GitLab CI, GitHub Actions)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modules and validate syntax before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1049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765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8006</TotalTime>
  <Words>1347</Words>
  <Application>Microsoft Office PowerPoint</Application>
  <PresentationFormat>On-screen Show (16:9)</PresentationFormat>
  <Paragraphs>206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13</cp:revision>
  <dcterms:created xsi:type="dcterms:W3CDTF">2026-03-26T21:11:56Z</dcterms:created>
  <dcterms:modified xsi:type="dcterms:W3CDTF">2026-07-25T05:40:50Z</dcterms:modified>
</cp:coreProperties>
</file>