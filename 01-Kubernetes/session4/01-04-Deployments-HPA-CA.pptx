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2" r:id="rId13"/>
    <p:sldId id="273" r:id="rId14"/>
    <p:sldId id="274" r:id="rId15"/>
    <p:sldId id="264" r:id="rId16"/>
    <p:sldId id="267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10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Workloads with Autoscaling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92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Pods, </a:t>
            </a:r>
            <a:r>
              <a:rPr lang="en-US" sz="1600" i="1" dirty="0" err="1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</a:t>
            </a: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Deployments, HPA and CA - Managing Application Lifecycle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ReplicaSet role in maintaining pod replicas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Deployment as the standard abstraction layer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rolling updates and rollback strategies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scaling: manual and horizontal auto-scaling (HPA)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resource requests &amp; limits for pod scheduling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</a:t>
            </a:r>
            <a:r>
              <a:rPr lang="en-US" sz="14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Autoscaler</a:t>
            </a: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B3EB4EC1-3EA2-2688-47F1-7F7B7D5F5A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Pod Recap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from Session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29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Pod?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3380" y="1645920"/>
            <a:ext cx="80391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deployable unit in Kubernetes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runs 1 container (sometimes 2-3 tightly coupled)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network namespace: containers share IP &amp; port 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Ephemeral: created and destroyed dynamically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creation rarely used in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pod management fails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Issues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crashes → application 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restart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scaling: single pod has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updates: restart every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 into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 consistency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 on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desired # of replicas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scale up/down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updates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rollback on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state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N replicas are always running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responsibility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pod count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label selectors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 directly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defines: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replicas: 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(which pods)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template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Constantly reconciles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layer managing ReplicaSets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(revision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update a Deployment: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new ReplicaSet (revision 2)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old RS down gradually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new RS up (rolling update)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old RS for easy rollback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Deployments Over ReplicaSets?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are the standard production choice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old pods with new ones. Zero downtime.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Capability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revert to previous working version on error.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deployment version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Strategies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how updates roll out: aggressive or conservative.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Strategies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vs Recreate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&amp; new versions coexist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downtime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deployment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for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breaking changes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all old pods first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create new 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downtime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testing/dev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migrations needed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Mechanism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maintains revision history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stores old ReplicaSets as revisions — instant rollback!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1: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2: ... (current)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scales new RS down, old RS back 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Deployment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app --image=nginx:1.24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deployment imperatively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deployment.yaml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Apply/update deployment declaratively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deployment/app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deployment progress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revision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deployment/app --to-revision=1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to specific revision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deployment/app --replicas=5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scale replicas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30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deployment/app nginx=nginx:1.25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container image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169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deployment app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1696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deployment (cascading deletes pods)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&amp; Limits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pod scheduling and runtime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resources pod needs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uses for placement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won't start if insufficient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for pod's lifetime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0 (not recommended!)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always 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Limits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allowed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enforces hard limit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OOMKilled if exceed memory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throttled if exceed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unlimited (dangerous!)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noisy neighbors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Autoscaling?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performance, cost, and resource utilization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unexpected traffic spikes without manual intervention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infrastructure costs during low-demand periods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application responsiveness and user experience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scaling complexity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SLA compliance with predictable performance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pod eviction under high load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cluster resource utilization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operational overhead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Server: The Foundation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Cluster-wide CPU and memory monitoring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572500" cy="333756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560320" cy="284988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Collects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CPU and memory metrics from all pods and nodes via kubelet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2560320" cy="284988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kubelet /metrics endpoint, stores metrics in-memory (no storage)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600200"/>
            <a:ext cx="2560320" cy="284988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9224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Straight-forward installation.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/ AKS has addons for metrics server installation.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install for self-managed.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HPA: Horizontal Pod Autoscaler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pod count based on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HPA Does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pod metrics (CPU, memory, custom)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current to target utilization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replicas up or down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Respects min/max replica bounds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metrics every 15 seconds by default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Server must be running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must have 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defined</a:t>
            </a:r>
            <a:endParaRPr lang="en-US" sz="13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deployment must have 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field</a:t>
            </a:r>
            <a:endParaRPr lang="en-US" sz="13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metrics API (metrics.k8s.io)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 window (3 min default)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420" y="274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Autoscaler: Node-Level Scaling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add/remove nodes from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6499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3649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When: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Pod cannot be scheduled (pending state)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Node pool has unschedulable pods for &gt;10 minutes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Nodes are underutilized (&lt;50% for 10 minutes)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Scale up: Add nodes to accommodate pending pods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Scale down: Remove unused nodes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AWS Auto Scaling Groups (ASG)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GKE node pools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Azure VMSS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Does NOT remove nodes running single pods or system pods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Cannot migrate pods to scale down a node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Scaling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+ Cluster Autoscaler working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of Autoscaling: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HPA (Pod Count)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Scales pod replicas based on CPU/memory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Works within existing node resources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Cluster Autoscaler (Node Count)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Adds nodes when HPA-scaled pods can't 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Removes nodes when utilization drops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Observability: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Watch HPA status: kubectl describe hpa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View metrics: kubectl top pods, nodes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Check events: kubectl get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Monitor CA actions: Check cloud provider console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1019</Words>
  <Application>Microsoft Office PowerPoint</Application>
  <PresentationFormat>On-screen Show (16:9)</PresentationFormat>
  <Paragraphs>213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Mohan</cp:lastModifiedBy>
  <cp:revision>6</cp:revision>
  <dcterms:created xsi:type="dcterms:W3CDTF">2026-03-26T19:27:41Z</dcterms:created>
  <dcterms:modified xsi:type="dcterms:W3CDTF">2026-06-14T07:34:28Z</dcterms:modified>
</cp:coreProperties>
</file>