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73" r:id="rId16"/>
    <p:sldId id="274" r:id="rId17"/>
    <p:sldId id="263" r:id="rId18"/>
    <p:sldId id="275" r:id="rId19"/>
    <p:sldId id="276" r:id="rId20"/>
    <p:sldId id="277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461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Networking: Services &amp; Ingress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routing for your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Services are needed (ephemeral Pod IPs)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ClusterIP, NodePort, and LoadBalancer service types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Kubernetes discovers services via DNS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label selectors to route traffic to Pods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Ingress problem: single load balancer for multiple services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AWS Load Balancer Controller architecture and how it works</a:t>
            </a:r>
            <a:endParaRPr lang="en-US" sz="14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18BCF8C-7B21-FCC5-8061-0E6FB7E2E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Networking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we just use Pod IPs?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Pod IPs are Ephemeral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are replaced constantly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Pod gets new IP address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code can't hardcode backend 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up/down breaks connectivity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Service IPs are Stable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has fixed ClusterIP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has stable DNS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come and go, Service remains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balanced across all Pods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Kubernetes Service?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stable network endpoint for accessing Pods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92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provides: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907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36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9070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Virtual IP (ClusterIP) that never changes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93620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9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29362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name: my-service.default.svc.cluster.local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7965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422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79654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selectors to identify target Pods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299460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451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29946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across multiple Pod replicas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38023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81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80238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mapping (TCP/UDP) and port translation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58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ClusterIP: Internal Service Communication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service type for cluster-to-cluster communication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ClusterIP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virtual IP only for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routable only within the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forwards traffic to Pods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iptables or IPVS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service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ClusterIP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APIs accessed by frontend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access from app servers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microservice mesh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service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11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NodePort: Access from Outside the Cluster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service on a node's static port (30000-32767)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NodePort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Allocates port from 30000-32767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on EVERY worker node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&lt;node-ip&gt;:&lt;node-port&gt;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ClusterIP internally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listens on each node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NodePort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and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external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in non-prod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production traffic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LoadBalancer: Cloud-Native External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a cloud-provider Layer 4 (TCP/UDP) load balancer  e.g., AWS NLB, Azure Load Balancer, GCP TCP Load Balancer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LoadBalancer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cloud LB (AWS/GCP/Azure)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external IP from provider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High-availability load balancing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NodePort internally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Traffic: LB → Node → Pod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LoadBalancer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external APIs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high availability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SSL termination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EKS/GKE/AKS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Service Discovery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resolves service names within the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DNS Names (FQDN)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format: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74980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my-service.my-namespace.svc.cluster.local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same namespace, use short form: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74980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Workflow: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Pod makes DNS query (e.g., curl backend-service)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Kubelet forwards to CoreDNS (10.96.0.10:53)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CoreDNS looks up service in etcd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Returns ClusterIP (e.g., 10.96.1.42)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Pod connects to ClusterIP, kube-proxy routes to backing Pods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&amp; Label Selectors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services know which Pods to route traffic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on Pods: app=backend, env=prod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uses selector to find matching Pods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Pods match one selector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selector: app: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Object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by Kubernetes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list of Pod IPs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when Pods join/leave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by kube-proxy for changes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Architecture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application with stable service communication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LoadBalancer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731520" cy="457200"/>
          </a:xfrm>
          <a:prstGeom prst="rightArrow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0" y="1280160"/>
            <a:ext cx="2560320" cy="91440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ClusterIP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508760"/>
            <a:ext cx="731520" cy="457200"/>
          </a:xfrm>
          <a:prstGeom prst="rightArrow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914400" cy="91440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0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Flow: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users → LoadBalancer external 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Pods receive traffic on Port 80/443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calls backend-service ClusterIP:8080 (DNS resolved)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Pods receive request, call database-service ClusterIP:5432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internal traffic uses ClusterIP, no node IP exposure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has label selector to find its Pods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Service YAML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
kind: Service
metadata:
  name: my-app
  namespace: default
spec:
  type: ClusterIP        # or NodePort, LoadBalancer
  ports:
    - port: 80           # Service port
      targetPort: 8080   # Pod container port
      protocol: TCP
  selector:
    app: my-app          # Match Pods with label
    environment: prod    # Multiple selectors = AND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on Pods: metadata.labels: {app: my-app, environment: prod}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Service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svc my-app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service details &amp; endpoints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endpoints (backing Pods)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svc/my-app 8080:80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port forward to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service.yaml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svc my-app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pod -- curl backend-service:8080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service DNS from pod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Ingress?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layer for external traffic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= single LoadBalancer + smart routing 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point: customers connect to one IP/domain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rules: /api → api-service, /admin → admin-service, / → frontend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routing: shop.example.com → shop-service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TLS/SSL termination: HTTPS at the LB level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protocols: HTTP, HTTPS, gRPC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Ingress: Two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both to make it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that runs in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Ingress objects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underlying 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AWS LBC (Load Balancer Controller), Azure AGIC (Application Gateway Ingress Controller), Ingress Nginx Controller (deprecated) etc.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Resource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manifest (like Services)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Declares routing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hostnames, paths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the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reads &amp; acts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Load Balancer 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AWS ALB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creates ALB when Ingress is deployed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Target Groups (EC2 instances or Pod IPs)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listener rules (path/host routing)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AWS ACM for SSL certificates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644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IRSA (IAM Roles for Service Accounts) for permissions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AWS API keys needed in Kubernetes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ALB and NLB creation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AWS Load Balancer Controller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from internet to pod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573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57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requests: http://example.com/api/users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resolves to ALB IP (created by AWS LBC)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226564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2265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listener receives request on port 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688336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61518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rules evaluate: path == '/api' → route to api-service target group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3195828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1958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1455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sends request to pod IP (or EC2 instance if instance mode)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6576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receives request, returns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16509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1650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114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returns response to browser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paths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(root)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571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4429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1287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328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 routes to a different backend service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domains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78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809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shop.example.com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809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93620"/>
            <a:ext cx="4114800" cy="54864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3667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admin.example.com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3667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94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0525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api.example.com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0525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9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ALB IP, multiple domains - register all in DNS pointing to same ALB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AWS LBC Annotations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ALB behavior with annotations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alb.ingress.kubernetes.io/scheme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internet-facing | internal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Internet-facing: public ALB. Internal: private ALB.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alb.ingress.kubernetes.io/target-type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ip | instance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direct to pod. Instance: via EC2. IP preferred with VPC CNI.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alb.ingress.kubernetes.io/group.name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my-group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single ALB across multiple Ingress objects.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alb.ingress.kubernetes.io/listen-ports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[{"HTTP": 80}, {"HTTPS": 443}]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listener ports and protocols.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Ingress YAML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6240" y="914400"/>
            <a:ext cx="3924300" cy="40462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8160" y="1005840"/>
            <a:ext cx="35433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my-app-ingress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alb.ingress.kubernetes.io/scheme: internet-facing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alb.ingress.kubernetes.io/target-type: ip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alb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http: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frontend-svc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/api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api-svc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8080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0" y="4434840"/>
            <a:ext cx="41148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7560" y="44348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with AWS LBC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049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765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1441</Words>
  <Application>Microsoft Office PowerPoint</Application>
  <PresentationFormat>On-screen Show (16:9)</PresentationFormat>
  <Paragraphs>260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Services &amp; Service Discovery</dc:title>
  <dc:subject>PptxGenJS Presentation</dc:subject>
  <dc:creator>Kubernetes Training</dc:creator>
  <cp:lastModifiedBy>Aryan Mohan</cp:lastModifiedBy>
  <cp:revision>7</cp:revision>
  <dcterms:created xsi:type="dcterms:W3CDTF">2026-03-26T19:33:04Z</dcterms:created>
  <dcterms:modified xsi:type="dcterms:W3CDTF">2026-06-12T14:12:09Z</dcterms:modified>
</cp:coreProperties>
</file>